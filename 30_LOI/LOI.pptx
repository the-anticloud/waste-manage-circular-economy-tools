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CIRCULAR_ECONOMY_TOOLS | Category: WASTE_MANAGEMENT</a:t>
            </a:r>
          </a:p>
          <a:p>
            <a:r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CIRCULAR_ECONOMY_TOOLS (Circular economy analysis tools),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