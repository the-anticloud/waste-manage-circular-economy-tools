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Developer Cookbooks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CIRCULAR_ECONOMY_TOOLS | Category: WASTE_MANAGEMENT</a:t>
            </a:r>
          </a:p>
          <a:p>
            <a:r>
              <a:rPr sz="1400"/>
              <a:t>Upstream: https://github.com/nicedoc/circular-economy-tools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developer cookbooks for the Anticloud integration of CIRCULAR_ECONOMY_TOOLS.</a:t>
            </a:r>
          </a:p>
          <a:p>
            <a:r>
              <a:rPr sz="1400"/>
              <a:t>Circular economy analysis tools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CIRCULAR_ECONOMY_TOOLS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