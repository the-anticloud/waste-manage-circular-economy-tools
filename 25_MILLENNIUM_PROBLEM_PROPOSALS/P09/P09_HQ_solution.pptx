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P09 Hq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Domain: Particle Physics/Cosmology</a:t>
            </a:r>
          </a:p>
          <a:p>
            <a:r>
              <a:t>Model: PAX L5 Narrow L2 General 27B</a:t>
            </a:r>
          </a:p>
          <a:p>
            <a:r>
              <a:t>Author: Lois-Kleinner Alpasan | Company: Anticloud FZ LLE</a:t>
            </a:r>
          </a:p>
          <a:p>
            <a:r>
              <a:t>Run: PAX_27B HQ v54 | Tokens: 7399 | Time: 1292.1s | Chain: 7c2a10f275308257b95335f6839c1565159650e399175675822ed873083c14f7 | Genesis: 8b4a8a4f6312dfbe885de8280716985637c163fd2a4b5590341d56db1cc4e560</a:t>
            </a:r>
          </a:p>
          <a:p>
            <a:r>
              <a:t>Subject: Proposed Resolution to the Baryon Asymmetry Problem via Resonant Leptogenesis with CP-Violating Neutrino Oscillations in the Early Universe</a:t>
            </a:r>
          </a:p>
          <a:p>
            <a:r>
              <a:t>The observed baryon asymmetry of the universe (BAU), quantified by $\eta_B \approx 6 \times 10^{-10}$, originates from Resonant Leptogenesis driven by the decay of heavy right-handed Majorana neutrinos ($N_i$) in the early universe. Unlike standard thermal leptogenesis which requires extremely high mass scales ($M_N &gt; 10^9$ GeV) and often conflicts with low-energy neutrino data, this hypothesis posits that the necessary CP violation arises from quasi-degenerate masses of the lightest two right-handed neutrinos ($M_1 \approx M_2$). This degeneracy enhances the CP-asymmetry parameter $\epsilon_{CP}$ through resonant self-energy corrections, allowing successful baryogenesis at accessible energy scales ($M_N \sim 1\text{--}10$ TeV), potentially within reach of future colliders or precision intensity frontier experiments. The generated lepton asymmetry is subsequently converted into baryon asymmetry via non-perturbative electroweak sphaleron processes before they freeze out.</a:t>
            </a:r>
          </a:p>
          <a:p>
            <a:r>
              <a:t>The framework relies on the extension of the Standard Model (SM) by three right-handed singlet fermions $N_R$, leading to the Type-I Seesaw mechanism.</a:t>
            </a:r>
          </a:p>
          <a:p>
            <a:r>
              <a:t>A. Lagrangian Extension:</a:t>
            </a:r>
          </a:p>
          <a:p>
            <a:r>
              <a:t>$$ \mathcal{L}_{\text{BSM}} = \mathcal{L}_{\text{SM}} - \frac{1}{2} \overline{N_R^c} M_R N_R - \left( \overline{L_L} Y_\nu \tilde{\Phi} N_R + \text{h.c.} \right) $$</a:t>
            </a:r>
          </a:p>
          <a:p>
            <a:r>
              <a:t>Where:</a:t>
            </a:r>
          </a:p>
          <a:p>
            <a:r>
              <a:t>   $L_L$: SM lepton doublet.</a:t>
            </a:r>
          </a:p>
          <a:p>
            <a:r>
              <a:t>   $\Phi$: Higgs doublet, $\tilde{\Phi} = i\sigma_2 \Phi^$.</a:t>
            </a:r>
          </a:p>
          <a:p>
            <a:r>
              <a:t>   $Y_\nu$: Yukawa coupling matrix.</a:t>
            </a:r>
          </a:p>
          <a:p>
            <a:r>
              <a:t>   $M_R$: Majorana mass matrix for $N_R$.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